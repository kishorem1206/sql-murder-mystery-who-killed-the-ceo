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842CB-DC40-56FA-D87F-B876955737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B0CD57-F8B6-53FB-9ADD-C5ECF81F47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003294-C678-BAE0-B3FA-E5F02E4BA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79C13-F08E-49E5-9BA0-75731F017F3F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9C2CC6-0F06-5367-3146-40D9A8A44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DDE793-A4DF-32C4-E4A5-C853444B8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BBB8-ED82-47BD-A73C-89D3A5058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7976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5898E-634B-A4DC-3AC6-63067F644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85F13-983F-78AD-3747-3E6CAC41E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FFA5C-E789-FE87-C840-25861A386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79C13-F08E-49E5-9BA0-75731F017F3F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71CAF-5837-4644-27B9-DB64B2272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1B83BA-8D8C-5494-39F4-B57597756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BBB8-ED82-47BD-A73C-89D3A5058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934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04C61-7140-010F-0306-BD2F755D5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802C95-82AA-1916-EFB0-CF1F690EC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1FA75-BF63-8B5E-0BE2-D18D7FD56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79C13-F08E-49E5-9BA0-75731F017F3F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E02ED-4264-03D9-2749-94DFCF42F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0BCF3-B52C-C375-6563-3922F8C07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BBB8-ED82-47BD-A73C-89D3A5058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430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321BC-3665-671A-C392-ED770C98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65B87-6CD5-F7A3-F24A-97967721FC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E13A74-E35B-1280-1F01-DC0572318C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24D6E3-0F4E-56F7-6FDD-98E90D936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79C13-F08E-49E5-9BA0-75731F017F3F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5285FF-DDCD-F0AB-E7EC-8D4F4BC58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1082FF-6304-BE5B-021C-BADDF6345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BBB8-ED82-47BD-A73C-89D3A5058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5781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C5627-6EBF-9658-2712-CDFB1EE9F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76DDC3-DECD-616B-1C60-E9B7E23DA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EE317B-2A4F-C9AE-DBDA-D4F98154BA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BA087D-0F34-C50E-2E5F-018D2EB3E5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7BEE80-E186-F7D8-207C-06E1B8FA07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2E3415-E474-0C98-4729-8B44C01FF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79C13-F08E-49E5-9BA0-75731F017F3F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8EAF10-5E92-D9E1-5E2E-099BA6962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A4A6F9-DA91-7DF8-5319-959757B93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BBB8-ED82-47BD-A73C-89D3A5058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9195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9F920-B969-415C-FE66-225680E3F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4AD36E-81CB-EA4A-E8C5-B4BF03DF2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79C13-F08E-49E5-9BA0-75731F017F3F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0B534E-A605-2B2C-A219-50F2A93E2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D65F4D-7F06-48B8-C00C-F2FB5A0B0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BBB8-ED82-47BD-A73C-89D3A5058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048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053425-0DDB-4D43-7D60-B3596712A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79C13-F08E-49E5-9BA0-75731F017F3F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4B7008-1322-CC29-CCFE-F58C5E21F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18520B-D6AE-86FE-794F-67F121145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BBB8-ED82-47BD-A73C-89D3A5058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9169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6E87F-5218-4F4C-EAF8-5A67F8BFB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079DD-2BBD-E993-00F9-B0C0A28F3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5AE66E-F13F-AD28-4DA7-271BA2A4B2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885765-51AE-590F-43F4-5E3115729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79C13-F08E-49E5-9BA0-75731F017F3F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671327-368B-5850-4973-7259A6544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8C3547-75CF-D407-8908-D2AEB416F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BBB8-ED82-47BD-A73C-89D3A5058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4988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A20A7-1495-C8C7-2747-9B9AE8E36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2072A0-ABFB-FE51-CC6A-288808D548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4C5123-A9E4-2B55-1DC8-1FC775DAEC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C07BD0-3BF5-34D1-B198-F4EEB40E0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79C13-F08E-49E5-9BA0-75731F017F3F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8FE090-AA99-096E-E8E8-3D7DFC32A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551176-D5EB-F776-1E88-0B1457970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BBB8-ED82-47BD-A73C-89D3A5058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5197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77990-A55D-5EC4-E9C9-E9275C3ED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2C61F1-BD4A-2B20-E88C-C75ECE4BDD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B2151-37D2-7A82-7231-6C8FFD742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79C13-F08E-49E5-9BA0-75731F017F3F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222FA4-57E8-E0B6-2161-DC985340B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0DB12-BAC4-D779-69EE-D489C402B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BBB8-ED82-47BD-A73C-89D3A5058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9263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CA5979-06D6-F271-E0B4-AFBEA256B6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789D8F-A75F-4DAB-DBD0-5C532F9DED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3E73C-DFAE-AB2B-7A4A-8509593CC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79C13-F08E-49E5-9BA0-75731F017F3F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14799-C29D-C760-87CC-2E00EBE54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26BA61-0D02-0676-7D21-87C3C90E9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BBB8-ED82-47BD-A73C-89D3A5058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772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2BDE5F-CAF8-6DB0-9BB1-F5EE52F6F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019E41-35AB-19F9-532A-EA192DA526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FC81C-D1A8-DD6D-FDD6-F37E0B090E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E79C13-F08E-49E5-9BA0-75731F017F3F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BF8F2-2A5D-35B7-6237-CCC0D3379E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AD31C-BA8A-0D95-F5C7-88B15483FB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9BBB8-ED82-47BD-A73C-89D3A5058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6149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4184B73-93E6-61C7-0948-989F797B33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8" r="188"/>
          <a:stretch>
            <a:fillRect/>
          </a:stretch>
        </p:blipFill>
        <p:spPr>
          <a:xfrm>
            <a:off x="-196645" y="0"/>
            <a:ext cx="12486968" cy="6961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54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EFED8-A5EB-DEE8-2089-7BD948286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A21E8-C9B2-F9E4-E3B3-22384CD898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E8FA86-F969-B49B-AE05-F5FA3291B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291" y="0"/>
            <a:ext cx="122305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086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F810D-F076-0BD6-5B0B-2A54B9412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62F24-F43C-7DC3-294C-BAD0878C4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6B58C3-9E7A-A889-C5A2-8E6B1AAF6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8582" y="0"/>
            <a:ext cx="122691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197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94819-F441-FE9D-96B9-178E93650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DEAD5-8E59-B54D-B580-DC6D845270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7E66E6-0FB2-34C5-8115-5FD162798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57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550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45E15-68D4-DF6F-1429-C878A4585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0FDE1-18C1-0CC2-BD10-9D80B34F1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D6F3DD-4B07-8D07-162F-6328724A0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5801" y="0"/>
            <a:ext cx="122636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354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59205-681E-CF67-2BD7-54729E70D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F3B00-05B4-AEF7-C1A1-2662421AF4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AA19FF-8AE0-2454-8C09-7F0F8C3B02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3" y="0"/>
            <a:ext cx="122615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536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F3195-6C9F-ED72-3427-93F44379B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88A7C-4465-1A55-A284-FD85035F31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296632-8D0D-7EAE-0F5F-77A071B95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967" y="0"/>
            <a:ext cx="12251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196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7D53A-3FC4-F4D5-1E23-4983541A9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C9D2F-7EE6-2CD7-229E-9C547F2026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4F14EB-13D0-354C-8C24-25191431A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967" y="0"/>
            <a:ext cx="12251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246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F2356-AE9B-64A0-1E81-AA6982B87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6BC9F-AE72-605D-1CEA-F59DE3610D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D416A8-E769-C079-1B0F-8A5B372B8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8582" y="0"/>
            <a:ext cx="122691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722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D1F89-ECAB-14FD-6950-1AED5FA2F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5861A-45D1-0697-C4E4-EEFEF99C2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228FFF-0133-09A1-AB8A-74FFF2790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3" y="0"/>
            <a:ext cx="122615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7519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F25BC-179E-9A8D-C9F6-A7FD26FB0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16AEF-1488-DB7A-578C-2C36D06A5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3877FE-4E68-199C-154E-0B1EF427C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651" y="0"/>
            <a:ext cx="122293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472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KISHORE M</dc:creator>
  <cp:lastModifiedBy>KISHORE M</cp:lastModifiedBy>
  <cp:revision>1</cp:revision>
  <dcterms:created xsi:type="dcterms:W3CDTF">2025-11-29T19:08:39Z</dcterms:created>
  <dcterms:modified xsi:type="dcterms:W3CDTF">2025-11-29T19:09:57Z</dcterms:modified>
</cp:coreProperties>
</file>